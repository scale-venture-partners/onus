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Repair backlog, multiple of weekly capacity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Backlog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Before</c:v>
                </c:pt>
                <c:pt idx="1">
                  <c:v>Now</c:v>
                </c:pt>
                <c:pt idx="2">
                  <c:v>2026 target</c:v>
                </c:pt>
              </c:strCache>
            </c:strRef>
          </c:cat>
          <c:val>
            <c:numRef>
              <c:f>Sheet1!$B$2:$B$4</c:f>
              <c:numCache>
                <c:formatCode>0.0"x"</c:formatCode>
                <c:ptCount val="3"/>
                <c:pt idx="0">
                  <c:v>2.1</c:v>
                </c:pt>
                <c:pt idx="1">
                  <c:v>1.4</c:v>
                </c:pt>
                <c:pt idx="2">
                  <c:v>1.2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Fare revenue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Fare revenue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This year</c:v>
                </c:pt>
                <c:pt idx="1">
                  <c:v>2026 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2400000</c:v>
                </c:pt>
                <c:pt idx="1">
                  <c:v>3100000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t>Member renewal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Members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Renewed</c:v>
                </c:pt>
              </c:strCache>
            </c:strRef>
          </c:cat>
          <c:val>
            <c:numRef>
              <c:f>Sheet1!$B$2:$B$2</c:f>
              <c:numCache>
                <c:formatCode>0%</c:formatCode>
                <c:ptCount val="1"/>
                <c:pt idx="0">
                  <c:v>0.88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results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371600"/>
          <a:ext cx="877824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Fleet and docks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3716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675120" y="1371600"/>
          <a:ext cx="457200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303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Two thirds of new docks are going to the east bank.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