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Riverside Bike Share: annual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Ridership is growing. The fleet is keeping 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Riverside Bike 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Q1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$2.4M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Fare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Up 42% year over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88%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Member renewal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492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79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Active stations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Fleet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Repair backlog at 1.4x capacity, down from 2.1x. Revenue grew 42% in the same period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The repair backlog is now below weekly capacity.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Median repair backlog fell from 2.1x to 1.4x of weekly capacity over 18 months. The shift followed the 2023 flood closures.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The stations holding renewal above 95% are the same ones that fixed bikes fastest.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Riverside internal data, Q1 2025. Backlog = open repairs / weekly repair capacity.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 plans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Where we are expanding in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We are at a turning point for the river trail.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01  Expand the east bank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Two thirds of new docks are going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02  Night shuttle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492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03  Cargo bikes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79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Riverside internal view, Q1 2025. Riders keep coming back because the stations sit beside daily commute routes.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One ask before Q2.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Confirm Q3 maintenance window by 15 March.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Pat Rivera · pat@example.com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Riverside Bike Share: annual update</dc:title>
  <dc:subject/>
  <dc:creator>onus</dc:creator>
  <cp:keywords/>
  <dc:description>generated using python-pptx</dc:description>
  <cp:lastModifiedBy>onus</cp:lastModifiedBy>
  <cp:revision>1</cp:revision>
  <dcterms:created xsi:type="dcterms:W3CDTF">2013-01-27T09:14:16Z</dcterms:created>
  <dcterms:modified xsi:type="dcterms:W3CDTF">2013-01-27T09:15:58Z</dcterms:modified>
  <cp:category/>
</cp:coreProperties>
</file>