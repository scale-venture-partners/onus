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results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8778240" cy="49377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60350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Fleet and docks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15600" cy="34175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120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Two thirds of new docks are going to the east bank.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60350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